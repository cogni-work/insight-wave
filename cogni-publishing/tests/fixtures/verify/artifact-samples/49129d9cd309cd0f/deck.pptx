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hyperlink" Target="https://www.vdma.org/condition-monitoring-studie-2025" TargetMode="External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hyperlink" Target="https://www.vdma.org/condition-monitoring-studie-2025" TargetMode="Externa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ocu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document#title"/>
          <p:cNvSpPr txBox="1"/>
          <p:nvPr/>
        </p:nvSpPr>
        <p:spPr>
          <a:xfrm>
            <a:off x="457200" y="457200"/>
            <a:ext cx="11277600" cy="586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620"/>
              </a:lnSpc>
              <a:buNone/>
            </a:pPr>
            <a:r>
              <a:rPr lang="en-US" sz="4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Three maintenance options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opti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:option-1#title"/>
          <p:cNvSpPr/>
          <p:nvPr/>
        </p:nvSpPr>
        <p:spPr>
          <a:xfrm>
            <a:off x="342900" y="457200"/>
            <a:ext cx="28575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copy:option-1#title"/>
          <p:cNvSpPr txBox="1"/>
          <p:nvPr/>
        </p:nvSpPr>
        <p:spPr>
          <a:xfrm>
            <a:off x="457200" y="457200"/>
            <a:ext cx="11277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Option 1</a:t>
            </a:r>
            <a:endParaRPr lang="en-US" sz="2250" dirty="0"/>
          </a:p>
        </p:txBody>
      </p:sp>
      <p:sp>
        <p:nvSpPr>
          <p:cNvPr id="4" name="rule:option-1#body"/>
          <p:cNvSpPr/>
          <p:nvPr/>
        </p:nvSpPr>
        <p:spPr>
          <a:xfrm>
            <a:off x="342900" y="914400"/>
            <a:ext cx="28575" cy="102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copy:option-1#body"/>
          <p:cNvSpPr txBox="1"/>
          <p:nvPr/>
        </p:nvSpPr>
        <p:spPr>
          <a:xfrm>
            <a:off x="457200" y="914400"/>
            <a:ext cx="11277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Scheduled intervals keep technicians busy on healthy assets while the failing ones wait for attention and the plant pays for it; scheduled intervals keep technicians busy on healthy assets while the</a:t>
            </a:r>
            <a:endParaRPr lang="en-US" sz="2250" dirty="0"/>
          </a:p>
        </p:txBody>
      </p:sp>
      <p:sp>
        <p:nvSpPr>
          <p:cNvPr id="6" name="rule:option-2#title"/>
          <p:cNvSpPr/>
          <p:nvPr/>
        </p:nvSpPr>
        <p:spPr>
          <a:xfrm>
            <a:off x="342900" y="2057400"/>
            <a:ext cx="28575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copy:option-2#title"/>
          <p:cNvSpPr txBox="1"/>
          <p:nvPr/>
        </p:nvSpPr>
        <p:spPr>
          <a:xfrm>
            <a:off x="457200" y="2057400"/>
            <a:ext cx="11277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Option 2</a:t>
            </a:r>
            <a:endParaRPr lang="en-US" sz="2250" dirty="0"/>
          </a:p>
        </p:txBody>
      </p:sp>
      <p:sp>
        <p:nvSpPr>
          <p:cNvPr id="8" name="rule:option-2#body"/>
          <p:cNvSpPr/>
          <p:nvPr/>
        </p:nvSpPr>
        <p:spPr>
          <a:xfrm>
            <a:off x="342900" y="2514600"/>
            <a:ext cx="28575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copy:option-2#body"/>
          <p:cNvSpPr txBox="1"/>
          <p:nvPr/>
        </p:nvSpPr>
        <p:spPr>
          <a:xfrm>
            <a:off x="457200" y="2514600"/>
            <a:ext cx="11277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Short option 2</a:t>
            </a:r>
            <a:endParaRPr lang="en-US" sz="2250" dirty="0"/>
          </a:p>
        </p:txBody>
      </p:sp>
      <p:sp>
        <p:nvSpPr>
          <p:cNvPr id="10" name="rule:option-3#title"/>
          <p:cNvSpPr/>
          <p:nvPr/>
        </p:nvSpPr>
        <p:spPr>
          <a:xfrm>
            <a:off x="342900" y="2971800"/>
            <a:ext cx="28575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" name="copy:option-3#title"/>
          <p:cNvSpPr txBox="1"/>
          <p:nvPr/>
        </p:nvSpPr>
        <p:spPr>
          <a:xfrm>
            <a:off x="457200" y="2971800"/>
            <a:ext cx="11277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Option 3</a:t>
            </a:r>
            <a:endParaRPr lang="en-US" sz="2250" dirty="0"/>
          </a:p>
        </p:txBody>
      </p:sp>
      <p:sp>
        <p:nvSpPr>
          <p:cNvPr id="12" name="rule:option-3#body"/>
          <p:cNvSpPr/>
          <p:nvPr/>
        </p:nvSpPr>
        <p:spPr>
          <a:xfrm>
            <a:off x="342900" y="3429000"/>
            <a:ext cx="28575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copy:option-3#body"/>
          <p:cNvSpPr txBox="1"/>
          <p:nvPr/>
        </p:nvSpPr>
        <p:spPr>
          <a:xfrm>
            <a:off x="457200" y="3429000"/>
            <a:ext cx="11277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Short option 3</a:t>
            </a:r>
            <a:endParaRPr lang="en-US" sz="2250" dirty="0"/>
          </a:p>
        </p:txBody>
      </p:sp>
      <p:sp>
        <p:nvSpPr>
          <p:cNvPr id="14" name="cites:u-options"/>
          <p:cNvSpPr txBox="1"/>
          <p:nvPr/>
        </p:nvSpPr>
        <p:spPr>
          <a:xfrm>
            <a:off x="457200" y="6529388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1"/>
              </a:rPr>
              <a:t>[1]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sourc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gister:u-sources"/>
          <p:cNvSpPr txBox="1"/>
          <p:nvPr/>
        </p:nvSpPr>
        <p:spPr>
          <a:xfrm>
            <a:off x="457200" y="457200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[1]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VDMA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Condition-Monitoring-Studie 2025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  <a:hlinkClick r:id="rId1"/>
              </a:rPr>
              <a:t>https://www.vdma.org/condition-monitoring-studie-2025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ardroom">
  <a:themeElements>
    <a:clrScheme name="boardroom">
      <a:dk1>
        <a:srgbClr val="1A2331"/>
      </a:dk1>
      <a:lt1>
        <a:srgbClr val="FFFFFF"/>
      </a:lt1>
      <a:dk2>
        <a:srgbClr val="55617A"/>
      </a:dk2>
      <a:lt2>
        <a:srgbClr val="F4F6F9"/>
      </a:lt2>
      <a:accent1>
        <a:srgbClr val="8C6D1F"/>
      </a:accent1>
      <a:accent2>
        <a:srgbClr val="828B9E"/>
      </a:accent2>
      <a:accent3>
        <a:srgbClr val="55617A"/>
      </a:accent3>
      <a:accent4>
        <a:srgbClr val="1A2331"/>
      </a:accent4>
      <a:accent5>
        <a:srgbClr val="F4F6F9"/>
      </a:accent5>
      <a:accent6>
        <a:srgbClr val="8C6D1F"/>
      </a:accent6>
      <a:hlink>
        <a:srgbClr val="1A2331"/>
      </a:hlink>
      <a:folHlink>
        <a:srgbClr val="55617A"/>
      </a:folHlink>
    </a:clrScheme>
    <a:fontScheme name="boardro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oardro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oardroom-notes">
  <a:themeElements>
    <a:clrScheme name="boardroom-notes">
      <a:dk1>
        <a:srgbClr val="1A2331"/>
      </a:dk1>
      <a:lt1>
        <a:srgbClr val="FFFFFF"/>
      </a:lt1>
      <a:dk2>
        <a:srgbClr val="55617A"/>
      </a:dk2>
      <a:lt2>
        <a:srgbClr val="F4F6F9"/>
      </a:lt2>
      <a:accent1>
        <a:srgbClr val="8C6D1F"/>
      </a:accent1>
      <a:accent2>
        <a:srgbClr val="828B9E"/>
      </a:accent2>
      <a:accent3>
        <a:srgbClr val="55617A"/>
      </a:accent3>
      <a:accent4>
        <a:srgbClr val="1A2331"/>
      </a:accent4>
      <a:accent5>
        <a:srgbClr val="F4F6F9"/>
      </a:accent5>
      <a:accent6>
        <a:srgbClr val="8C6D1F"/>
      </a:accent6>
      <a:hlink>
        <a:srgbClr val="1A2331"/>
      </a:hlink>
      <a:folHlink>
        <a:srgbClr val="55617A"/>
      </a:folHlink>
    </a:clrScheme>
    <a:fontScheme name="boardroom-not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oardroom-not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cogni-publishing/design-render</Application>
  <PresentationFormat>Widescreen</PresentationFormat>
  <Slides>3</Slides>
  <Notes>0</Notes>
</Properties>
</file>

<file path=docProps/core.xml><?xml version="1.0" encoding="utf-8"?>
<cp:coreProperties xmlns:cp="http://schemas.openxmlformats.org/package/2006/metadata/core-properties" xmlns:dc="http://purl.org/dc/elements/1.1/">
  <dc:title>Three maintenance options</dc:title>
  <cp:revision>1</cp:revision>
</cp:coreProperties>
</file>