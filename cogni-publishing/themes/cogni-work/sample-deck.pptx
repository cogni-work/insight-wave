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E6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772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 Work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E6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Smarter Knowledge Work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spc="300" kern="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Firmitas.  Utilitas.  Venustas.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389120" y="4114800"/>
            <a:ext cx="137160" cy="137160"/>
          </a:xfrm>
          <a:prstGeom prst="ellipse">
            <a:avLst/>
          </a:prstGeom>
          <a:solidFill>
            <a:srgbClr val="C8E62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cogni-work.ai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A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Workers Deserve Better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" cy="4572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4864" cy="283464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C8E62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788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Fragmentation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2004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Professionals spend 60% of their day on low-value coordination — emails, status updates, and searching for information across siloed tools.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178308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783080"/>
            <a:ext cx="54864" cy="283464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14" name="Shape 11"/>
          <p:cNvSpPr/>
          <p:nvPr/>
        </p:nvSpPr>
        <p:spPr>
          <a:xfrm>
            <a:off x="3703320" y="2057400"/>
            <a:ext cx="548640" cy="548640"/>
          </a:xfrm>
          <a:prstGeom prst="ellipse">
            <a:avLst/>
          </a:prstGeom>
          <a:solidFill>
            <a:srgbClr val="C8E62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13055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03320" y="2788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Buried in Noise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703320" y="32004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Critical knowledge lives in scattered documents, chat threads, and personal notes. Finding the right insight at the right moment is left to chance.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78308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783080"/>
            <a:ext cx="54864" cy="283464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20" name="Shape 16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C8E62E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30552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92240" y="2788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Without Outcome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92240" y="32004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Teams produce more content than ever, yet struggle to translate activity into strategic impact. Volume replaces value.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A3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Smarter Knowledge Work Unlocks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97280" cy="4572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8308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2514600" cy="105156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3.2x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Insight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scattered search to structured knowledge retrieval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78308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783080"/>
            <a:ext cx="2514600" cy="105156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47%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703320" y="3017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 Time 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workflows replace manual status chasing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5146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D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783080"/>
            <a:ext cx="2514600" cy="1051560"/>
          </a:xfrm>
          <a:prstGeom prst="rect">
            <a:avLst/>
          </a:prstGeom>
          <a:solidFill>
            <a:srgbClr val="C8E62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5h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92240" y="30175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Saved Per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Consultant / Week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7490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Reclaimed for high-value analysis and client work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E62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9144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 to Work Smarter?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Let's explore how Cogni Work transforms your team's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into strategic advantage.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91840" y="374904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C8E62E"/>
          </a:solidFill>
          <a:ln/>
        </p:spPr>
      </p:sp>
      <p:sp>
        <p:nvSpPr>
          <p:cNvPr id="7" name="Text 4"/>
          <p:cNvSpPr/>
          <p:nvPr/>
        </p:nvSpPr>
        <p:spPr>
          <a:xfrm>
            <a:off x="32918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Started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cogni-work.ai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 Work — Smarter Knowledge Work</dc:title>
  <dc:subject>PptxGenJS Presentation</dc:subject>
  <dc:creator>Cogni Work</dc:creator>
  <cp:lastModifiedBy>Cogni Work</cp:lastModifiedBy>
  <cp:revision>1</cp:revision>
  <dcterms:created xsi:type="dcterms:W3CDTF">2026-03-06T07:00:49Z</dcterms:created>
  <dcterms:modified xsi:type="dcterms:W3CDTF">2026-03-06T07:00:49Z</dcterms:modified>
</cp:coreProperties>
</file>